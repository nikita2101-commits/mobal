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6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7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552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56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11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00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58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65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49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69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04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D4CEF-FEEE-4315-A5D1-FFF5C24A0AD9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F15B9-E9A9-40C3-9BD2-7BE7352264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95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Мобильное приложение для креативного хобби с социальными функциями совместного творчества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90756" y="5123268"/>
            <a:ext cx="4691150" cy="1655762"/>
          </a:xfrm>
        </p:spPr>
        <p:txBody>
          <a:bodyPr/>
          <a:lstStyle/>
          <a:p>
            <a:r>
              <a:rPr lang="ru-RU" dirty="0" smtClean="0"/>
              <a:t>Ефимов Никита Александрович </a:t>
            </a:r>
          </a:p>
          <a:p>
            <a:r>
              <a:rPr lang="ru-RU" dirty="0" smtClean="0"/>
              <a:t>410ИС-22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6758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07621" y="648537"/>
            <a:ext cx="9144000" cy="66487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Актуальность проекта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24495" y="1648547"/>
            <a:ext cx="9144000" cy="225843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Современный ритм жизни требует новых способов самовыражения и творческой реализации.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Рост интереса к цифровому творчеству: рисование, музыка.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Недостаток удобных мобильных приложений с возможностью совместного творчества.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391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57695"/>
            <a:ext cx="9144000" cy="916392"/>
          </a:xfrm>
        </p:spPr>
        <p:txBody>
          <a:bodyPr/>
          <a:lstStyle/>
          <a:p>
            <a:r>
              <a:rPr lang="ru-RU" dirty="0" smtClean="0"/>
              <a:t>Цели проекта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365914"/>
            <a:ext cx="9144000" cy="284032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Создание универсальное мобильное приложение для реализации </a:t>
            </a:r>
            <a:r>
              <a:rPr lang="ru-RU" dirty="0"/>
              <a:t>творческого потенциала пользователей</a:t>
            </a:r>
            <a:r>
              <a:rPr lang="ru-RU" dirty="0" smtClean="0"/>
              <a:t>.</a:t>
            </a: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Обеспечить </a:t>
            </a:r>
            <a:r>
              <a:rPr lang="ru-RU" dirty="0"/>
              <a:t>инструменты для рисования и создания музыки</a:t>
            </a:r>
            <a:r>
              <a:rPr lang="ru-RU" dirty="0" smtClean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Внедрить </a:t>
            </a:r>
            <a:r>
              <a:rPr lang="ru-RU" dirty="0"/>
              <a:t>социальные функции: обмен работами, совместная работа в реальном времени, взаимодействие сообщества.</a:t>
            </a:r>
          </a:p>
        </p:txBody>
      </p:sp>
    </p:spTree>
    <p:extLst>
      <p:ext uri="{BB962C8B-B14F-4D97-AF65-F5344CB8AC3E}">
        <p14:creationId xmlns:p14="http://schemas.microsoft.com/office/powerpoint/2010/main" val="2665475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66007"/>
            <a:ext cx="10515600" cy="1000732"/>
          </a:xfrm>
        </p:spPr>
        <p:txBody>
          <a:bodyPr/>
          <a:lstStyle/>
          <a:p>
            <a:pPr algn="ctr"/>
            <a:r>
              <a:rPr lang="ru-RU" dirty="0" smtClean="0"/>
              <a:t>Проблема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В современном мире творческие личности сталкиваются с необходимостью использовать разные приложения для рисования, создания музыки и общение, что неудобно и снижает эффективность творчества.</a:t>
            </a:r>
          </a:p>
          <a:p>
            <a:r>
              <a:rPr lang="ru-RU" dirty="0"/>
              <a:t>Узкоспециализированные инструменты не обеспечивают комплексного подхода к творческому процессу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Отсутствие комфортных платформ для совместного творчества в реальном времени и обмена идеями замедляет развитие творческих проектов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Недостаток мотивации и обучающих материалов усложняет развитие навыков, особенно у начинающих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864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723352"/>
            <a:ext cx="9144000" cy="1014008"/>
          </a:xfrm>
        </p:spPr>
        <p:txBody>
          <a:bodyPr/>
          <a:lstStyle/>
          <a:p>
            <a:r>
              <a:rPr lang="ru-RU" dirty="0"/>
              <a:t>Основные функции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737359"/>
            <a:ext cx="9144000" cy="322533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Инструменты рисования: кисти, слои, эффекты.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Совместное творчество в реальном времени (чаты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56714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49185" y="191193"/>
            <a:ext cx="9144000" cy="800014"/>
          </a:xfrm>
        </p:spPr>
        <p:txBody>
          <a:bodyPr>
            <a:normAutofit fontScale="90000"/>
          </a:bodyPr>
          <a:lstStyle/>
          <a:p>
            <a:r>
              <a:rPr lang="ru-RU" dirty="0"/>
              <a:t>Технологический стек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49185" y="991206"/>
            <a:ext cx="9144000" cy="269133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err="1" smtClean="0"/>
              <a:t>Android</a:t>
            </a:r>
            <a:r>
              <a:rPr lang="ru-RU" dirty="0" smtClean="0"/>
              <a:t> (</a:t>
            </a:r>
            <a:r>
              <a:rPr lang="ru-RU" dirty="0" err="1" smtClean="0"/>
              <a:t>Kotlin</a:t>
            </a:r>
            <a:r>
              <a:rPr lang="ru-RU" dirty="0" smtClean="0"/>
              <a:t>).</a:t>
            </a:r>
            <a:endParaRPr lang="en-US" dirty="0" smtClean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548004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66006"/>
            <a:ext cx="9144000" cy="833265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Конкуренты и уникальность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099271"/>
            <a:ext cx="9144000" cy="1655762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Основные конкуренты: </a:t>
            </a:r>
            <a:r>
              <a:rPr lang="ru-RU" dirty="0" err="1" smtClean="0"/>
              <a:t>ibis</a:t>
            </a:r>
            <a:r>
              <a:rPr lang="ru-RU" dirty="0" smtClean="0"/>
              <a:t> </a:t>
            </a:r>
            <a:r>
              <a:rPr lang="ru-RU" dirty="0" err="1" smtClean="0"/>
              <a:t>Paint</a:t>
            </a:r>
            <a:r>
              <a:rPr lang="ru-RU" dirty="0" smtClean="0"/>
              <a:t> X, </a:t>
            </a:r>
            <a:r>
              <a:rPr lang="ru-RU" dirty="0" err="1" smtClean="0"/>
              <a:t>MediBang</a:t>
            </a:r>
            <a:r>
              <a:rPr lang="ru-RU" dirty="0" smtClean="0"/>
              <a:t> </a:t>
            </a:r>
            <a:r>
              <a:rPr lang="ru-RU" dirty="0" err="1" smtClean="0"/>
              <a:t>Paint</a:t>
            </a:r>
            <a:r>
              <a:rPr lang="ru-RU" dirty="0" smtClean="0"/>
              <a:t>, </a:t>
            </a:r>
            <a:r>
              <a:rPr lang="ru-RU" dirty="0" err="1" smtClean="0"/>
              <a:t>Figure</a:t>
            </a:r>
            <a:r>
              <a:rPr lang="ru-RU" dirty="0" smtClean="0"/>
              <a:t>, </a:t>
            </a:r>
            <a:r>
              <a:rPr lang="ru-RU" dirty="0" err="1" smtClean="0"/>
              <a:t>GarageBand</a:t>
            </a:r>
            <a:r>
              <a:rPr lang="ru-RU" dirty="0" smtClean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Уникальность: комбинированный креативный функционал социальные механики совместное творчество в реальном времени.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95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24444"/>
            <a:ext cx="9144000" cy="824952"/>
          </a:xfrm>
        </p:spPr>
        <p:txBody>
          <a:bodyPr>
            <a:normAutofit fontScale="90000"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1049396"/>
            <a:ext cx="9144000" cy="165576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Приложение поддерживает и вдохновляет творчество</a:t>
            </a:r>
            <a:r>
              <a:rPr lang="ru-RU" dirty="0" smtClean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Платформа </a:t>
            </a:r>
            <a:r>
              <a:rPr lang="ru-RU" dirty="0"/>
              <a:t>для обмена и развития </a:t>
            </a:r>
            <a:r>
              <a:rPr lang="ru-RU" dirty="0" smtClean="0"/>
              <a:t>талантов.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smtClean="0"/>
              <a:t>Контактные </a:t>
            </a:r>
            <a:r>
              <a:rPr lang="ru-RU" dirty="0"/>
              <a:t>данные автора.</a:t>
            </a:r>
          </a:p>
        </p:txBody>
      </p:sp>
    </p:spTree>
    <p:extLst>
      <p:ext uri="{BB962C8B-B14F-4D97-AF65-F5344CB8AC3E}">
        <p14:creationId xmlns:p14="http://schemas.microsoft.com/office/powerpoint/2010/main" val="472293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222</Words>
  <Application>Microsoft Office PowerPoint</Application>
  <PresentationFormat>Широкоэкранный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Мобильное приложение для креативного хобби с социальными функциями совместного творчества</vt:lpstr>
      <vt:lpstr>Актуальность проекта</vt:lpstr>
      <vt:lpstr>Цели проекта</vt:lpstr>
      <vt:lpstr>Проблема</vt:lpstr>
      <vt:lpstr>Основные функции</vt:lpstr>
      <vt:lpstr>Технологический стек</vt:lpstr>
      <vt:lpstr>Конкуренты и уникальность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Мобильное приложение для креативного хобби с социальными функциями совместного творчества</dc:title>
  <dc:creator>Student</dc:creator>
  <cp:lastModifiedBy>мой</cp:lastModifiedBy>
  <cp:revision>8</cp:revision>
  <dcterms:created xsi:type="dcterms:W3CDTF">2025-09-13T07:22:15Z</dcterms:created>
  <dcterms:modified xsi:type="dcterms:W3CDTF">2026-01-28T14:54:32Z</dcterms:modified>
</cp:coreProperties>
</file>